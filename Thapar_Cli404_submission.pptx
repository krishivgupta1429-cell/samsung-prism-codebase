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3172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 w="15875">
            <a:solidFill>
              <a:srgbClr val="D9C6F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PRISM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30352" y="10515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30352" y="169164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3rd Edition</a:t>
            </a:r>
            <a:pPr indent="0" marL="0">
              <a:buNone/>
            </a:pPr>
            <a:r>
              <a:rPr lang="en-US" sz="1800" dirty="0">
                <a:solidFill>
                  <a:srgbClr val="5A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2026 – 27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223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ID -  1 (Agentic Code Intelligence)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-  cli404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Name -  Thapar Institute of Engineering and Technology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Name &amp; Email 1 -  Krishiv Gupta — kgupta10_be25@thapar.edu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Name &amp; Email 2 -  Abhinav Saini — asaini3_be25@thapar.edu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Name &amp; Email 3 -  Athrv Aggarwal — aaggarwal9_be25@thapar.edu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Name &amp; Email 4 -  Anay Gupta — agupta8_be25@thapar.edu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Github link -  https://github.com/krishivgupta1429-cell/samsung-prism-codebase</a:t>
            </a:r>
            <a:endParaRPr lang="en-US" sz="1350" dirty="0"/>
          </a:p>
        </p:txBody>
      </p:sp>
      <p:pic>
        <p:nvPicPr>
          <p:cNvPr id="8" name="Image 0" descr="/home/claude/submission_work/title_graph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325880"/>
            <a:ext cx="39319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Code Intelligence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code retrieval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library of code and a natural-language query, return the code snippets ranked by relevance — the first step of any RAG-style coding agent, long before generation ever happens. We treat this as the foundation layer an entire agentic coding system stands 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EFE9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Accuracy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6634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/ MRR on the CoIR APPS test split, scored via the MTEB library.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365760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EFE9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Resource-conscious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6634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portable and resource-aware — runs and rebalances across whatever hardware it's given.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365760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EFE9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Generation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46634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only — no answer generation or explanation, per the brief.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&amp; GAPS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plain similarity search isn't enough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3840480"/>
        </p:xfrm>
        <a:graphic>
          <a:graphicData uri="http://schemas.openxmlformats.org/drawingml/2006/table">
            <a:tbl>
              <a:tblPr/>
              <a:tblGrid>
                <a:gridCol w="3017520"/>
                <a:gridCol w="3657600"/>
                <a:gridCol w="4389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provides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 for this challenge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Cloud-assisted IDE search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code search &amp; chat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dependency; not evaluated on CoIR APPS 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keyword / BM25 search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Fast, exact-term matching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Misses semantic paraphrase — a query rarely shares vocabulary with the code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LLM-in-the-loop ranking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 reasoning over snippets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has thousands of snippets — doesn't fit context, and is far slower than retrieval should 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cli404's pipeline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benchmarked, prompt-engineered dense retrieval engine, built and validated end-to-end by 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P0 accuracy today; hybrid/rerank and versioning are already scoped and in progress (see slide 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 &amp;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retrieval engine we engineered, not a single model call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PrePostPipelineEncoder — a config-driven retrieval engine that wraps a dense embedding backbone behind a JSON config (prompt templates, device, batch size) and plugs directly into MTEB's evaluation harness. The backbone itself was chosen only after benchmarking five candidates end-to-end — the engineering is in the pipeline around it, not the pick.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956816" cy="1005840"/>
          </a:xfrm>
          <a:prstGeom prst="roundRect">
            <a:avLst>
              <a:gd name="adj" fmla="val 7273"/>
            </a:avLst>
          </a:prstGeom>
          <a:solidFill>
            <a:srgbClr val="EFE9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697480"/>
            <a:ext cx="1956816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Corpus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505456" y="2697480"/>
            <a:ext cx="320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B2A86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697480"/>
            <a:ext cx="1956816" cy="1005840"/>
          </a:xfrm>
          <a:prstGeom prst="roundRect">
            <a:avLst>
              <a:gd name="adj" fmla="val 7273"/>
            </a:avLst>
          </a:prstGeom>
          <a:solidFill>
            <a:srgbClr val="EFE9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25496" y="2697480"/>
            <a:ext cx="1956816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&amp; Document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hooks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782312" y="2697480"/>
            <a:ext cx="320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B2A86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102352" y="2697480"/>
            <a:ext cx="1956816" cy="1005840"/>
          </a:xfrm>
          <a:prstGeom prst="roundRect">
            <a:avLst>
              <a:gd name="adj" fmla="val 7273"/>
            </a:avLst>
          </a:prstGeom>
          <a:solidFill>
            <a:srgbClr val="5B2A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102352" y="2697480"/>
            <a:ext cx="1956816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Code-Embedding Engine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059168" y="2697480"/>
            <a:ext cx="320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B2A86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79208" y="2697480"/>
            <a:ext cx="1956816" cy="1005840"/>
          </a:xfrm>
          <a:prstGeom prst="roundRect">
            <a:avLst>
              <a:gd name="adj" fmla="val 7273"/>
            </a:avLst>
          </a:prstGeom>
          <a:solidFill>
            <a:srgbClr val="EFE9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79208" y="2697480"/>
            <a:ext cx="1956816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336024" y="2697480"/>
            <a:ext cx="320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B2A86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656064" y="2697480"/>
            <a:ext cx="1956816" cy="1005840"/>
          </a:xfrm>
          <a:prstGeom prst="roundRect">
            <a:avLst>
              <a:gd name="adj" fmla="val 7273"/>
            </a:avLst>
          </a:prstGeom>
          <a:solidFill>
            <a:srgbClr val="EFE9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56064" y="2697480"/>
            <a:ext cx="1956816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Results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&amp; resource-aware: automatically targets the fastest available compute and adapts precision to it — runs unmodified on any teammate's machine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Config-driven: swapping the embedding backbone, prompt templates, or batch size needs no code change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by design: preprocess_query / preprocess_document / postprocess hooks are already wired in for Phase 2 (hybrid fusion, reranking)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on-disk embedding cache, keyed by model + text hash, for fast repeated evaluation runs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PRODUCT 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working, not just the numbers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demo takes a natural-language query and returns ranked code snippets from the real CoIR APPS corpus live — shown below, recorded end-to-end with no cuts.</a:t>
            </a:r>
            <a:endParaRPr lang="en-US" sz="15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2331720"/>
            <a:ext cx="7772400" cy="43708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03920" y="2331720"/>
            <a:ext cx="3108960" cy="4370832"/>
          </a:xfrm>
          <a:prstGeom prst="roundRect">
            <a:avLst>
              <a:gd name="adj" fmla="val 2941"/>
            </a:avLst>
          </a:prstGeom>
          <a:solidFill>
            <a:srgbClr val="EFE9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32520" y="2514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shows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2971800"/>
            <a:ext cx="2651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query entered at the terminal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corpus indexed and ranked in real time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ranked snippets returned per query, with similarity scores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 match highlighted among the ranked results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Per-query response latency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benchmark results (official MTEB run, full test split) are in our submission report — this demo shows the live mechanism end-to-end.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AND TECH STACK USED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submission is built on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402336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14800"/>
              </a:tblGrid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engine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PrePostPipelineEncoder (in-house)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Config-driven, resource-aware wrapper with pre/post-processing hooks built for this submission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backbone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Benchmarked code-specialized dense embedding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empirically out of 5 candidates via systematic evaluation, not a default pick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harness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MTEB (AppsRetrieval task)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NDCG@10 / MRR scoring on the CoIR APPS test split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Resource-aware, portable across CPU/GPU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auto-targets the best available device on any machine it runs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&amp; tooling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3, pytest, pandas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Pipeline, test suite, metrics logging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 CASE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speeds up real engineering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EFE9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bug fixing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straight to the relevant function instead of grepping a large repository by hand.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EFE9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51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engineers query in plain English to find where a behavior lives in an unfamiliar codebase.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EFE9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343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review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463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related logic elsewhere in the repo that a change might affect.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17920" y="411480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EFE9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4343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Scales past LLM context limits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8463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ranks thousands of snippets in milliseconds — generation never has to see the whole corpus.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INNOVATION, RESULTS &amp; LIMITATIONS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candidates benchmarked — real numbers, not a guess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858000" cy="3017520"/>
        </p:xfrm>
        <a:graphic>
          <a:graphicData uri="http://schemas.openxmlformats.org/drawingml/2006/table">
            <a:tbl>
              <a:tblPr/>
              <a:tblGrid>
                <a:gridCol w="3840480"/>
                <a:gridCol w="1508760"/>
                <a:gridCol w="1508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7F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selected engine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7F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7F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 2 (code-specialized, mid-size)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 3 (general-purpose, enterprise)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 4 (general-purpose, lightweight)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 5 (baseline)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9377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~6x the next-best candidate, ~12.7x the baseline — achieved through systematic benchmarking, correct prompt-template usage, and a pipeline built to use the backbone as intended, not a default call.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680960" y="1783080"/>
            <a:ext cx="3931920" cy="3977640"/>
          </a:xfrm>
          <a:prstGeom prst="roundRect">
            <a:avLst>
              <a:gd name="adj" fmla="val 2326"/>
            </a:avLst>
          </a:prstGeom>
          <a:solidFill>
            <a:srgbClr val="EFE9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0956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limitations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242316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(retrieval across versions) not yet implemented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BM25 + dense fusion (RRF) explored but not finalized into the submission pipeline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reranking stage not yet integrated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Query/document pre/post-processing hooks exist in code, scaffolded for Phase 2, currently no-ops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follow-on work, already architected for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11480" cy="41148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920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P1 — Retrieval across versions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9202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indexes/embeddings incrementally as the codebase changes, in reasonable time per change.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11480" cy="41148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880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retrieval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8803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BM25 keyword search with our dense engine via Reciprocal Rank Fusion for a stronger shortlist.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411480" cy="41148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840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Cross-encoder reranking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84048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the fused shortlist with a cross-encoder for a final precision pass.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411480" cy="41148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846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8006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Bonus — Evolutionary retrieval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48006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version-aware indexing to rank snippets across all historical versions at once.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BROWNIE POINTS (DIFFERENTIATION)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genuinely ours, not just a model call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DD6EC"/>
            </a:solidFill>
            <a:prstDash val="solid"/>
          </a:ln>
          <a:effectLst>
            <a:outerShdw sx="100000" sy="100000" kx="0" ky="0" algn="bl" rotWithShape="0" blurRad="76200" dist="25400" dir="54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Systematic elimination, not guesswork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candidate backbones benchmarked end-to-end across multiple machines and devices; weaker candidates were ruled out with real profiling data, not assumption.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DD6EC"/>
            </a:solidFill>
            <a:prstDash val="solid"/>
          </a:ln>
          <a:effectLst>
            <a:outerShdw sx="100000" sy="100000" kx="0" ky="0" algn="bl" rotWithShape="0" blurRad="76200" dist="25400" dir="5400000">
              <a:srgbClr val="CCCCCC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 prompt engineering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560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pipeline drives the backbone through its intended query/document prompt templates — the difference between a default call and using a model the way it was built to be used.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DD6EC"/>
            </a:solidFill>
            <a:prstDash val="solid"/>
          </a:ln>
          <a:effectLst>
            <a:outerShdw sx="100000" sy="100000" kx="0" ky="0" algn="bl" rotWithShape="0" blurRad="76200" dist="25400" dir="5400000">
              <a:srgbClr val="CCCCCC">
                <a:alpha val="3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206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Portable, resource-aware engine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54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Auto-targets the fastest available compute with correct precision handling on each — runs unmodified on any teammate's machine, a real engineering constraint most demo pipelines skip.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40233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DD6EC"/>
            </a:solidFill>
            <a:prstDash val="solid"/>
          </a:ln>
          <a:effectLst>
            <a:outerShdw sx="100000" sy="100000" kx="0" ky="0" algn="bl" rotWithShape="0" blurRad="76200" dist="25400" dir="5400000">
              <a:srgbClr val="CCCCCC">
                <a:alpha val="3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92240" y="4206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what's next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754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preprocess/postprocess hooks and a config-driven encoder already scaffolded, so Phase 2 (hybrid + reranking) is an extension, not a rewrite.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2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— UPDATED ON PUBLIC GITHUB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Submission readiness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9601200" cy="3657600"/>
        </p:xfrm>
        <a:graphic>
          <a:graphicData uri="http://schemas.openxmlformats.org/drawingml/2006/table">
            <a:tbl>
              <a:tblPr/>
              <a:tblGrid>
                <a:gridCol w="6217920"/>
                <a:gridCol w="3383280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A8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prototype code — public GitHub repo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7F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README with reproducible setup instructions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7F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MTEB evaluation JSON (AppsRetrieval, test split)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7F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— NDCG@10 0.8408, MRR 0.8106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video, max 5 minutes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7F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— embedded on slide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 file (this deck)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7F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Release with JSON attached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7F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— v1-submission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5B2A8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Code Intelligence — Team cli404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github.com/krishivgupta1429-cell/samsung-prism-codebase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A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 by the Language AI Team and the PRISM Team, Samsung R&amp;D Institute India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2026-09-30T18:10:36Z</dcterms:created>
  <dcterms:modified xsi:type="dcterms:W3CDTF">2026-09-30T18:10:36Z</dcterms:modified>
</cp:coreProperties>
</file>