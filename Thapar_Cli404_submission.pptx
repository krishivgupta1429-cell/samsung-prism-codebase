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5875">
            <a:solidFill>
              <a:srgbClr val="D9C6F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515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6916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Edition</a:t>
            </a:r>
            <a:pPr indent="0" marL="0">
              <a:buNone/>
            </a:pPr>
            <a:r>
              <a:rPr lang="en-US" sz="1800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2026 – 27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7223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ID -  1 (Agentic Code Intelligence)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-  cli404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Name -  Thapar Institute of Engineering and Technology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 &amp; Email 1 -  Krishiv Gupta — kgupta10_be25@thapar.edu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 &amp; Email 2 -  Abhinav Saini — asaini3_be25@thapar.edu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 &amp; Email 3 -  Athrv Aggarwal — aaggarwal9_be25@thapar.edu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 &amp; Email 4 -  Anay Gupta — agupta8_be25@thapar.edu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Github link -  https://github.com/krishivgupta1429-cell/samsung-prism-codebase</a:t>
            </a:r>
            <a:endParaRPr lang="en-US" sz="1350" dirty="0"/>
          </a:p>
        </p:txBody>
      </p:sp>
      <p:pic>
        <p:nvPicPr>
          <p:cNvPr id="8" name="Image 0" descr="/home/claude/submission_work/title_graph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32588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Code Intelligence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code retrieval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library of code and a natural-language query, return the code snippets ranked by relevance — the first step of any RAG-style coding agent, long before generation ever happens. We treat this as the foundation layer an entire agentic coding system stands 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FE9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Accuracy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6634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/ MRR on the CoIR APPS test split, scored via the MTEB library.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657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FE9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CPU-preferred serving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6634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is used only for the one-time corpus index build; live query serving is measured CPU-viable after ONNX INT8 quantization (see slide 4).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3657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FE9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46634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only — no answer generation or explanation, per the brief.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&amp; GAPS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plain similarity search isn't enough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840480"/>
        </p:xfrm>
        <a:graphic>
          <a:graphicData uri="http://schemas.openxmlformats.org/drawingml/2006/table">
            <a:tbl>
              <a:tblPr/>
              <a:tblGrid>
                <a:gridCol w="3017520"/>
                <a:gridCol w="365760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for this 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Cloud-assisted IDE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code search &amp; chat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dependency; not evaluated on CoIR APPS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keyword / BM25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exact-term matching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semantic paraphrase — a query rarely shares vocabulary with the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LLM-in-the-loop ranking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reasoning over snippets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has thousands of snippets — doesn't fit context, and is far slower than retrieval should 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cli404's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benchmarked, prompt-engineered dense retrieval engine, built and validated end-to-end by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P0 accuracy today; hybrid/rerank and versioning are already scoped and in progress (see slide 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&amp;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Config-driven dense retrieval pipeline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SentenceTransformer-backed encoder (PrePostPipelineEncoder) wraps the embedding model behind a JSON config — model name, prompt templates, device, batch size — and plugs directly into MTEB's evaluation harness. The model was selected only after benchmarking five candidates end-to-end; the engineering is in the pipeline built around it, and in how it's driven.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956816" cy="1005840"/>
          </a:xfrm>
          <a:prstGeom prst="roundRect">
            <a:avLst>
              <a:gd name="adj" fmla="val 7273"/>
            </a:avLst>
          </a:prstGeom>
          <a:solidFill>
            <a:srgbClr val="EFE9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97480"/>
            <a:ext cx="1956816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Corpus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505456" y="26974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2A86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25496" y="2697480"/>
            <a:ext cx="1956816" cy="1005840"/>
          </a:xfrm>
          <a:prstGeom prst="roundRect">
            <a:avLst>
              <a:gd name="adj" fmla="val 7273"/>
            </a:avLst>
          </a:prstGeom>
          <a:solidFill>
            <a:srgbClr val="EFE9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25496" y="2697480"/>
            <a:ext cx="1956816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Document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hooks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82312" y="26974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2A86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02352" y="2697480"/>
            <a:ext cx="1956816" cy="1005840"/>
          </a:xfrm>
          <a:prstGeom prst="roundRect">
            <a:avLst>
              <a:gd name="adj" fmla="val 7273"/>
            </a:avLst>
          </a:prstGeom>
          <a:solidFill>
            <a:srgbClr val="5B2A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02352" y="2697480"/>
            <a:ext cx="1956816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jina-code-embeddings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-0.5b (nl2code prompts)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6974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2A86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79208" y="2697480"/>
            <a:ext cx="1956816" cy="1005840"/>
          </a:xfrm>
          <a:prstGeom prst="roundRect">
            <a:avLst>
              <a:gd name="adj" fmla="val 7273"/>
            </a:avLst>
          </a:prstGeom>
          <a:solidFill>
            <a:srgbClr val="EFE9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79208" y="2697480"/>
            <a:ext cx="1956816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336024" y="26974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2A86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56064" y="2697480"/>
            <a:ext cx="1956816" cy="1005840"/>
          </a:xfrm>
          <a:prstGeom prst="roundRect">
            <a:avLst>
              <a:gd name="adj" fmla="val 7273"/>
            </a:avLst>
          </a:prstGeom>
          <a:solidFill>
            <a:srgbClr val="EFE9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56064" y="2697480"/>
            <a:ext cx="1956816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Results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Device-aware: auto-selects CUDA → Apple MPS → CPU, with dtype resolution (bf16 downgraded to fp16 on MPS)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CPU-compliant query serving: full-precision CPU query latency measured at 4,382 ms avg — too slow for live serving. Fixed with ONNX INT8 quantization: 449.7 ms avg (9.7x speedup), no accuracy collapse — GPU is used only for the one-time corpus index build, which the brief's CPU constraint doesn't cover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Config-driven: swapping the embedding model, prompts, or batch size needs no code change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Extensible: preprocess_query / preprocess_document / postprocess hooks are wired in (no-ops today) for Phase 2 work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on-disk embedding cache, keyed by model + text hash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PRODUCT 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working, not just the numbers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demo takes a natural-language query and returns ranked code snippets from the real CoIR APPS corpus live — shown below, recorded end-to-end with no cuts.</a:t>
            </a:r>
            <a:endParaRPr lang="en-US" sz="15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2331720"/>
            <a:ext cx="7772400" cy="43708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2331720"/>
            <a:ext cx="3108960" cy="4370832"/>
          </a:xfrm>
          <a:prstGeom prst="roundRect">
            <a:avLst>
              <a:gd name="adj" fmla="val 2941"/>
            </a:avLst>
          </a:prstGeom>
          <a:solidFill>
            <a:srgbClr val="EFE9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3252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971800"/>
            <a:ext cx="2651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query entered at the terminal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corpus indexed and ranked in real time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ranked snippets returned per query, with similarity scores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match highlighted among the ranked results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response latency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benchmark results (official MTEB run, full test split) are in our submission report — this demo shows the live mechanism end-to-end.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 STACK USED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submission is built 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02336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1480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 (winner)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jinaai/jina-code-embeddings-0.5b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Code-specific dense retrieval, nl2code_query / nl2code_document prompts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Loads &amp; runs all candidate embedding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harness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MTEB (AppsRetrieval task)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NDCG@10 / MRR scoring on the CoIR APPS test 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/ Apple MPS / 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Device-aware pipeline; full-corpus inference on GPU, CPU/MPS supported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&amp; tooling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3, pytest, 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Pipeline, test suite, metrics logging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speeds up real engineering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FE9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bug fixing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straight to the relevant function instead of grepping a large repository by hand.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FE9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engineers query in plain English to find where a behavior lives in an unfamiliar codebase.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FE9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related logic elsewhere in the repo that a change might affect.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FE9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past LLM context limits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846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ranks thousands of snippets in milliseconds — generation never has to see the whole corpus.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INNOVATION, RESULTS &amp; 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models benchmarked — real numbers, not a guess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858000" cy="301752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325880"/>
                <a:gridCol w="1325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7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jina-code-embeddings-0.5b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7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7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SFR-Embedding-Code-400M_R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granite-embedding-english-r2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e5-base-v2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37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~6x the next-best candidate, ~12.7x the baseline — achieved through systematic benchmarking and correct prompt-template usage, not a default call.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680960" y="178308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EFE9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0956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42316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(retrieval across versions) not yet implemented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dense fusion (RRF) explored but not finalized into the submission pipeline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 stage not yet integrated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Query/document pre/post-processing hooks exist in code, scaffolded for Phase 2, currently no-ops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follow-on work, already architected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— Retrieval across versions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9202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indexes/embeddings incrementally as the codebase changes, in reasonable time per change.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880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8803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BM25 keyword search with our dense engine via Reciprocal Rank Fusion for a stronger shortlist.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840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 reranking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404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the fused shortlist with a cross-encoder for a final precision pass.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411480" cy="41148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800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— Evolutionary retrieval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8006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version-aware indexing to rank snippets across all historical versions at once.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BROWNIE POINTS (DIFFERENTIATION)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genuinely ours, not just a model call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6EC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elimination, not guesswork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candidate models benchmarked end-to-end across multiple machines and devices; weaker candidates (including ModernBERT's CPU slowdown) were ruled out with real profiling data, not assumption.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6EC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2011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 prompt engineering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60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jina-code-embeddings-0.5b's own nl2code_query / nl2code_document prompt templates — the difference between a default call and the model's intended usage.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6EC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CPU-serving investigated, not assumed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54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jina's real CPU query latency (4.4s avg) — too slow — then closed the gap with ONNX INT8 quantization to 0.45s avg, verified with no accuracy collapse.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6EC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what's next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754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preprocess/postprocess hooks and a config-driven encoder already scaffolded, so Phase 2 (hybrid + reranking) is an extension, not a rewrite.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— UPDATED ON PUBLIC GITHUB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readiness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9601200" cy="3657600"/>
        </p:xfrm>
        <a:graphic>
          <a:graphicData uri="http://schemas.openxmlformats.org/drawingml/2006/table">
            <a:tbl>
              <a:tblPr/>
              <a:tblGrid>
                <a:gridCol w="6217920"/>
                <a:gridCol w="3383280"/>
              </a:tblGrid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prototype code — public GitHub repo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7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 with reproducible setup instructions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7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MTEB evaluation JSON (AppsRetrieval, test split)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7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— NDCG@10 0.8408, MRR 0.8106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video, max 5 minutes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7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— embedded on slide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file (this deck)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7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Release with JSON attached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7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— v1-submission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B2A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Code Intelligence — Team cli404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github.com/krishivgupta1429-cell/samsung-prism-codebase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the Language AI Team and the PRISM Team, Samsung R&amp;D Institute India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2026-09-30T18:46:29Z</dcterms:created>
  <dcterms:modified xsi:type="dcterms:W3CDTF">2026-09-30T18:46:29Z</dcterms:modified>
</cp:coreProperties>
</file>